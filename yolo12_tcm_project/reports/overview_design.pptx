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YOLOv12 的中草药饮片智能识别与分类系统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25420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概要设计汇报 · 第8组 · 2026年6月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3063240"/>
            <a:ext cx="210312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33375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目标：完成数据处理、YOLOv12 基线训练、推理部署、性能测试与课程演示闭环。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系统目标聚焦“可检测、可演示、可复现”的课程闭环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0642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34440"/>
            <a:ext cx="33375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73152" cy="1554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5331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业务问题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673352"/>
            <a:ext cx="30815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中药饮片种类多、形态相近，人工鉴别耗时且主观性强，难以支撑教学演示和批量复核。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33375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234440"/>
            <a:ext cx="73152" cy="1554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35331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系统能力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9432" y="1673352"/>
            <a:ext cx="30815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图片上传和摄像头截帧识别，输出检测框、类别、置信度，并保存结果图和 JSON。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83880" y="1234440"/>
            <a:ext cx="33375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234440"/>
            <a:ext cx="73152" cy="1554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35331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交付边界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48472" y="1673352"/>
            <a:ext cx="30815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Web 原型，服务课程展示；不做药理问答、处方推荐、医学诊断或真伪最终判定。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246120"/>
            <a:ext cx="1051560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一期范围：数据集检查、训练/评估脚本、FastAPI 推理接口、Vue3 工作台、测试报告和概要设计 PPT。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性能目标作为实验目标记录，不提前承诺；所有 mAP/FPS 均以后续真实训练和测试为准。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第8组 · 基于 YOLOv12 的中草药饮片智能识别与分类系统 · 2026.6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功能划分围绕数据、训练、推理和展示四个核心模块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0642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24231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73152" cy="18745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44475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数据集管理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764792"/>
            <a:ext cx="216712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 YOLO 格式数据，检查图片/标签/bbox，按 7:2:1 划分。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20440" y="1325880"/>
            <a:ext cx="24231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325880"/>
            <a:ext cx="73152" cy="1874520"/>
          </a:xfrm>
          <a:prstGeom prst="rect">
            <a:avLst/>
          </a:prstGeom>
          <a:solidFill>
            <a:srgbClr val="168A53"/>
          </a:solidFill>
          <a:ln w="12700">
            <a:solidFill>
              <a:srgbClr val="168A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144475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模型训练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85032" y="1764792"/>
            <a:ext cx="216712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YOLOv12n/s 启动训练，保存 best.pt、last.pt、日志和曲线。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325880"/>
            <a:ext cx="24231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325880"/>
            <a:ext cx="73152" cy="187452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144475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智能识别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73952" y="1764792"/>
            <a:ext cx="216712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支持图片上传识别和摄像头截帧识别，返回类别、置信度和边界框。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98280" y="1325880"/>
            <a:ext cx="24231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1325880"/>
            <a:ext cx="73152" cy="1874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144475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结果复盘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62872" y="1764792"/>
            <a:ext cx="216712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保存结果图、预测 JSON、测试报告和典型误检案例。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886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用户角色：普通用户负责识别演示；管理员负责数据维护、训练启动和权重切换；开发者负责模型与接口维护。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第8组 · 基于 YOLOv12 的中草药饮片智能识别与分类系统 · 2026.6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YOLOv12 以注意力中心架构提升实时检测的精度-速度平衡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0642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34440"/>
            <a:ext cx="3017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35331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Backbone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673352"/>
            <a:ext cx="2761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CSPNet + A2C2f；Area Attention 通过区域注意力降低全局注意力开销。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1234440"/>
            <a:ext cx="3017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234440"/>
            <a:ext cx="73152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35331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90872" y="1673352"/>
            <a:ext cx="2761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FPN + PAN + R-ELAN；增强多尺度特征融合和训练稳定性。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1234440"/>
            <a:ext cx="3017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234440"/>
            <a:ext cx="73152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35331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85632" y="1673352"/>
            <a:ext cx="2761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Anchor-Free 检测头，直接预测目标中心和边界框，减少 Anchor 调参。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94760" y="1920240"/>
            <a:ext cx="59436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89520" y="1920240"/>
            <a:ext cx="59436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14400" y="3337560"/>
            <a:ext cx="1024128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第一阶段采用标准 YOLOv12n/s 作为基线，不修改结构，优先保证训练、验证、推理闭环。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第二阶段再做输入尺寸、学习率、batch、阈值和增强策略调优。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GhostC2f、DySnakeC2f、SimSPPF、CA 来自 YOLOv8-TCM 文献，作为计划改进和消融方向，不机械迁移。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参考：Tian et al., YOLOv12: Attention-Centric Real-Time Object Detectors; Sun et al., 2025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核心流程从数据校验开始，最终进入前后端推理展示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0642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17320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1325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53619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数据准备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" y="1856232"/>
            <a:ext cx="16642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images/labels/data.yaml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2057400"/>
            <a:ext cx="310896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34640" y="1417320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417320"/>
            <a:ext cx="73152" cy="1325880"/>
          </a:xfrm>
          <a:prstGeom prst="rect">
            <a:avLst/>
          </a:prstGeom>
          <a:solidFill>
            <a:srgbClr val="168A53"/>
          </a:solidFill>
          <a:ln w="12700">
            <a:solidFill>
              <a:srgbClr val="168A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153619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质量检查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99232" y="1856232"/>
            <a:ext cx="16642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缺标签、bbox、重复图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82312" y="2057400"/>
            <a:ext cx="310896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66360" y="1417320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1417320"/>
            <a:ext cx="73152" cy="1325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0952" y="153619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训练评估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30952" y="1856232"/>
            <a:ext cx="16642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YOLOv12n/s + mAP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14032" y="2057400"/>
            <a:ext cx="310896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98080" y="1417320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1417320"/>
            <a:ext cx="73152" cy="1325880"/>
          </a:xfrm>
          <a:prstGeom prst="rect">
            <a:avLst/>
          </a:prstGeom>
          <a:solidFill>
            <a:srgbClr val="168A53"/>
          </a:solidFill>
          <a:ln w="12700">
            <a:solidFill>
              <a:srgbClr val="168A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62672" y="153619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部署推理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62672" y="1856232"/>
            <a:ext cx="16642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+ Vue3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45752" y="2057400"/>
            <a:ext cx="310896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29800" y="1417320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29800" y="1417320"/>
            <a:ext cx="73152" cy="1325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94392" y="153619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测试复盘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94392" y="1856232"/>
            <a:ext cx="16642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报告、曲线、误检案例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" y="3657600"/>
            <a:ext cx="10332720" cy="1234440"/>
          </a:xfrm>
          <a:prstGeom prst="roundRect">
            <a:avLst>
              <a:gd name="adj" fmla="val 5926"/>
            </a:avLst>
          </a:prstGeom>
          <a:solidFill>
            <a:srgbClr val="EEF5FB"/>
          </a:solidFill>
          <a:ln w="12700">
            <a:solidFill>
              <a:srgbClr val="BFD7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39502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工程实现：scripts/ 负责数据、训练、评估、推理和 benchmark；backend/ 提供 API；frontend/ 提供一屏式识别工作台；reports/ 输出测试报告与 PPT。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292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第8组 · 基于 YOLOv12 的中草药饮片智能识别与分类系统 · 2026.6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真实分类数据已完成 strict 清洗和 5 epoch 阶段实验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0642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70432"/>
          <a:ext cx="10698480" cy="388620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检查项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实现入口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当前状态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环境搭建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requirements.txt + setup_env.ps1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.venv 已安装，核心依赖验证通过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分类清洗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prepare_strict_classification_dataset.py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 类，7826 train / 1741 val，0 errors/warnings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类别一致性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audit_class_consistency.py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原始 93 类，strict 92 类；大腹皮训练样本为 0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重复/泄漏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audit_classification_duplicates.py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train/val 泄漏 34 组；跨类别重复 52 组，需人工复核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泄漏复核包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generate_classification_leakage_review_package.py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 组泄漏全部进入复核清单；跨类别 18 组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候选清理集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prepare_leakage_clean_classification_dataset.py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移除 val 副本 34 张；train/val 泄漏 0 组；跨类别 34 组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跨类别复核包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generate_classification_cross_class_review_package.py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34/34 组标签冲突进入复核；记录 68 条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跨类别决策表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generate_classification_cross_class_decision_table.py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34/34 组 pending；校验错误 0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清理计划校验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generate_classification_cross_class_cleanup_plan.py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waiting_for_manual_decisions；计划操作 0；错误 0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清理执行入口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apply_classification_cross_class_cleanup_plan.py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 ready 后只写新输出目录；当前 pending 会阻断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 类补齐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prepare_completed_classification_dataset.py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 类；大腹皮 15/4 重划；Top-1=0.0665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检测标注准备包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prepare_detection_annotation_package.py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 类，279 张待标注图；labels=0/279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样本总览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generate_detection_annotation_contact_sheet.py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279 张样本，93 类；标注前复核 contact sheet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标注包校验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validate_detection_annotation_package.py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pending_bbox_annotation；缺失标签 279；errors=0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训练评估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train/evaluate_yolo12_cls.py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epoch；Top-1=0.1769，Top-5=0.4957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误判分析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analyze_classification_errors.py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1741 图；Top-1 正确 308；Top-5 正确 863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人工复核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generate_error_review_contact_sheet.py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 张样例；2 张 contact sheet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可复现实验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generate_repro_manifest.py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Manifest：31 条命令，92 个关键产物 SHA256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推理部署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infer_image_cls + /classify/image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Top-k JSON、ONNX、前端分类入口均已验证</a:t>
                      </a:r>
                      <a:endParaRPr lang="en-US" sz="91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5074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说明：当前真实数据是分类目录；候选清理集已移除 val 侧 train/val 泄漏副本，剩余跨类别冲突已生成复核包、决策表和清理计划校验但仍需人工填写；检测 mAP 仍需补真实 bbox 标注后生成。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第8组 · 基于 YOLOv12 的中草药饮片智能识别与分类系统 · 2026.6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改进实验按低风险调参优先，再评估结构迁移价值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0642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34440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" cy="19202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35331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第一组：模型规模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673352"/>
            <a:ext cx="317296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YOLOv12n vs YOLOv12s，对比 mAP、模型大小、CPU/GPU 延迟。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234440"/>
            <a:ext cx="73152" cy="1920240"/>
          </a:xfrm>
          <a:prstGeom prst="rect">
            <a:avLst/>
          </a:prstGeom>
          <a:solidFill>
            <a:srgbClr val="168A53"/>
          </a:solidFill>
          <a:ln w="12700">
            <a:solidFill>
              <a:srgbClr val="168A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35331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第二组：训练参数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9432" y="1673352"/>
            <a:ext cx="317296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imgsz 640/768、学习率、batch size、早停和增强强度。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234440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234440"/>
            <a:ext cx="73152" cy="19202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35331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第三组：文献模块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2752" y="1673352"/>
            <a:ext cx="317296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GhostC2f、DySnakeC2f、SimSPPF、CA 只在基线稳定后作为消融计划。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794760"/>
            <a:ext cx="102412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孙兴等在 201 类、3879 张图像上报告 mAP@50-95 为 84.16%，可作为目标参考，不作为本项目结果。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CHDPL-Net 和 DGS-YOLOv8 证明轻量化与注意力机制在中药/药材检测中有研究价值。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参考：Sun et al., 2025; Lin et al., 2025; Zhang et al., 2024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性能测试覆盖准确性、效率、鲁棒性和工程接口四个维度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0642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43000"/>
            <a:ext cx="25603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43000"/>
            <a:ext cx="73152" cy="1828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26187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581912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 Top-1/Top-5 已有阶段结果；误判分析覆盖 92 类；检测 mAP 待真实 bbox。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11880" y="1143000"/>
            <a:ext cx="25603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1143000"/>
            <a:ext cx="73152" cy="1828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472" y="126187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76472" y="1581912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strict 分类 20 图 CPU benchmark：mean 9.76 ms，约 102.51 FPS。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143000"/>
            <a:ext cx="25603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143000"/>
            <a:ext cx="73152" cy="1828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126187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 类补齐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56832" y="1581912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 类，7841/1745；大腹皮 15/4；Top-5=0.2086。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72600" y="1143000"/>
            <a:ext cx="2103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1143000"/>
            <a:ext cx="73152" cy="1828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37192" y="12618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泄漏清理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537192" y="1581912"/>
            <a:ext cx="18470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候选集 9533 张；train/val 泄漏 0 组。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886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物：repro_manifest.md、class_consistency_audit.md、strict_classification_duplicate_audit.md、classification_leakage_review_package.md、classification_leakage_clean_candidate_report.md、classification_cross_class_review_package.md、classification_cross_class_decision_table.csv、classification_cross_class_cleanup_plan.md、apply_classification_cross_class_cleanup_plan.py、detection_annotation_package_report.md、detection_annotation_contact_sheet.md、strict_classification_training_report.md、strict_classification_error_analysis.md、strict_classification_review_samples.md、test_report.md；Manifest 固化环境、命令、指标和 SHA256。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第8组 · 基于 YOLOv12 的中草药饮片智能识别与分类系统 · 2026.6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主要风险集中在数据标注、算力占用和相似类别误检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0642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005840"/>
            <a:ext cx="49834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005840"/>
            <a:ext cx="73152" cy="11430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124712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数据标注不足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" y="1444752"/>
            <a:ext cx="47274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若只有分类目录，需补真实 bbox；整图框只用于流程验证。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005840"/>
            <a:ext cx="49834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005840"/>
            <a:ext cx="73152" cy="11430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124712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类别缺口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73952" y="1444752"/>
            <a:ext cx="47274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大腹皮已通过 93 类补齐实验进入训练链路；正式基准仍建议补独立样本。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2514600"/>
            <a:ext cx="49834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514600"/>
            <a:ext cx="73152" cy="11430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2633472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重复/泄漏风险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41832" y="2953512"/>
            <a:ext cx="47274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候选清理集 train/val 泄漏 0 组；跨类别复核包覆盖 34 组，决策表 pending 34 组，清理计划操作 0；执行脚本当前会阻断。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514600"/>
            <a:ext cx="49834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514600"/>
            <a:ext cx="73152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2633472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检测标注准备包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73952" y="2953512"/>
            <a:ext cx="47274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 类、279 张待标注图；contact sheet 279 样本；labels/ 仍为空。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4023360"/>
            <a:ext cx="49834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023360"/>
            <a:ext cx="73152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4142232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复现追溯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1832" y="4462272"/>
            <a:ext cx="47274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可复现实验 Manifest：31 条命令、92 个产物哈希。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4023360"/>
            <a:ext cx="49834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4023360"/>
            <a:ext cx="73152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4142232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相似类别误检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73952" y="4462272"/>
            <a:ext cx="47274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高频混淆：九香虫-&gt;木丁香(12)；合欢皮-&gt;川牛膝(12)；柏子仁-&gt;芥子(12)；低表现类：地龙、安息香、瓦楞子、北沙参。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第8组 · 基于 YOLOv12 的中草药饮片智能识别与分类系统 · 2026.6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当前交付已完成工程闭环和真实分类阶段实验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0642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43000"/>
            <a:ext cx="10241280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已交付：工程结构、数据处理脚本、YOLOv12 训练/调参/评估/推理脚本、FastAPI 后端、Vue3 前端、测试报告和 PPT。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已验证：strict 分类链路已跑通；Top-1=0.1769、Top-5=0.4957；类别一致性审计确认原始 93 类、strict 92 类；93 类补齐实验已跑通，大腹皮 15/4 重划。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重复/泄漏审计：已生成 34 组 train/val 泄漏人工复核包；候选清理集移除 val 副本 34 张，train/val 泄漏归零；跨类别复核包覆盖 34 组标签冲突，决策表 34/34 组待填写，清理计划校验 waiting_for_manual_decisions。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检测标注准备包：覆盖 93 类、279 张待标注图，样本总览 contact sheet 279 张；pending 校验 errors=0；labels/ 仍为空。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可复现实验 Manifest：记录 31 条复现命令、92 个关键产物 SHA256；工程自检 157/157。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可延长训练：CPU 30 epoch 配置和 GPU 100 epoch 配置已补齐，可继续做正式训练对照。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待补测：补充真实 bbox 后完成检测训练、真实 mAP 曲线、CPU/GPU 延迟和鲁棒性对比。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结果边界：当前真实结果是分类 Top-1/Top-5，不等价于检测 mAP 或药材区域定位能力。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25196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结论：分类路线已有可追溯阶段结果；检测结论必须来自真实 bbox 数据、正式训练权重和可追溯测试报告。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第8组 · 基于 YOLOv12 的中草药饮片智能识别与分类系统 · 2026.6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课程项目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YOLOv12 中药饮片识别系统概要设计</dc:title>
  <dc:subject>基于 YOLOv12 的中草药饮片智能识别与分类系统概要设计</dc:subject>
  <dc:creator>第8组</dc:creator>
  <cp:lastModifiedBy>第8组</cp:lastModifiedBy>
  <cp:revision>1</cp:revision>
  <dcterms:created xsi:type="dcterms:W3CDTF">2026-06-06T22:40:58Z</dcterms:created>
  <dcterms:modified xsi:type="dcterms:W3CDTF">2026-06-06T22:40:58Z</dcterms:modified>
</cp:coreProperties>
</file>