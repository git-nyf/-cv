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2"/>
    <p:sldId id="393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马 健兵" initials="马" lastIdx="1" clrIdx="0"/>
  <p:cmAuthor id="1141665232" name="汪曼青" initials="汪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81" autoAdjust="0"/>
    <p:restoredTop sz="91473" autoAdjust="0"/>
  </p:normalViewPr>
  <p:slideViewPr>
    <p:cSldViewPr snapToGrid="0">
      <p:cViewPr varScale="1">
        <p:scale>
          <a:sx n="95" d="100"/>
          <a:sy n="95" d="100"/>
        </p:scale>
        <p:origin x="48" y="102"/>
      </p:cViewPr>
      <p:guideLst/>
    </p:cSldViewPr>
  </p:slideViewPr>
  <p:outlineViewPr>
    <p:cViewPr>
      <p:scale>
        <a:sx n="33" d="100"/>
        <a:sy n="33" d="100"/>
      </p:scale>
      <p:origin x="0" y="-4757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149225" y="775970"/>
            <a:ext cx="11708765" cy="9000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231775" y="-114300"/>
            <a:ext cx="10515600" cy="1325563"/>
          </a:xfrm>
        </p:spPr>
        <p:txBody>
          <a:bodyPr/>
          <a:lstStyle>
            <a:lvl1pPr>
              <a:defRPr sz="4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15980" y="15240"/>
            <a:ext cx="1035050" cy="10350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6"/>
          <p:cNvSpPr/>
          <p:nvPr userDrawn="1"/>
        </p:nvSpPr>
        <p:spPr>
          <a:xfrm>
            <a:off x="775" y="0"/>
            <a:ext cx="12190451" cy="4866468"/>
          </a:xfrm>
          <a:prstGeom prst="rect">
            <a:avLst/>
          </a:prstGeom>
          <a:gradFill flip="none" rotWithShape="1">
            <a:gsLst>
              <a:gs pos="0">
                <a:srgbClr val="03D4A8"/>
              </a:gs>
              <a:gs pos="25000">
                <a:srgbClr val="21D6E0"/>
              </a:gs>
              <a:gs pos="75000">
                <a:srgbClr val="0087E6"/>
              </a:gs>
              <a:gs pos="100000">
                <a:srgbClr val="005CBF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320165" y="2129790"/>
            <a:ext cx="9029065" cy="13061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4800" b="1" dirty="0"/>
              <a:t>基于</a:t>
            </a:r>
            <a:r>
              <a:rPr lang="en-US" altLang="zh-CN" sz="4800" b="1" dirty="0"/>
              <a:t>**</a:t>
            </a:r>
            <a:r>
              <a:rPr lang="zh-CN" altLang="en-US" sz="4800" b="1" dirty="0"/>
              <a:t>模型的</a:t>
            </a:r>
            <a:r>
              <a:rPr lang="en-US" altLang="zh-CN" sz="4800" b="1" dirty="0"/>
              <a:t>**</a:t>
            </a:r>
            <a:r>
              <a:rPr lang="zh-CN" altLang="en-US" sz="4800" b="1" dirty="0"/>
              <a:t>分类</a:t>
            </a:r>
            <a:r>
              <a:rPr lang="en-US" altLang="zh-CN" sz="4800" b="1" dirty="0"/>
              <a:t>/</a:t>
            </a:r>
            <a:r>
              <a:rPr lang="zh-CN" altLang="en-US" sz="4800" b="1" dirty="0"/>
              <a:t>识别</a:t>
            </a:r>
            <a:r>
              <a:rPr lang="en-US" altLang="zh-CN" sz="4800" b="1" dirty="0"/>
              <a:t>/</a:t>
            </a:r>
            <a:r>
              <a:rPr lang="zh-CN" altLang="en-US" sz="4800" b="1" dirty="0"/>
              <a:t>检测</a:t>
            </a:r>
          </a:p>
          <a:p>
            <a:pPr algn="ctr"/>
            <a:endParaRPr lang="zh-CN" altLang="en-US" sz="48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3595370" y="5433695"/>
            <a:ext cx="50050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小组成员：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**</a:t>
            </a:r>
          </a:p>
          <a:p>
            <a:pPr algn="ctr"/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2026.6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048000" y="384365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sym typeface="+mn-ea"/>
              </a:rPr>
              <a:t>每小组汇报时间</a:t>
            </a:r>
            <a:r>
              <a:rPr lang="en-US" altLang="zh-CN" sz="2400" b="1" dirty="0">
                <a:solidFill>
                  <a:srgbClr val="FF0000"/>
                </a:solidFill>
                <a:sym typeface="+mn-ea"/>
              </a:rPr>
              <a:t>5</a:t>
            </a:r>
            <a:r>
              <a:rPr lang="zh-CN" altLang="en-US" sz="2400" b="1" dirty="0">
                <a:solidFill>
                  <a:srgbClr val="FF0000"/>
                </a:solidFill>
                <a:sym typeface="+mn-ea"/>
              </a:rPr>
              <a:t>分钟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79407CAE-6B8B-6E4B-7C06-2D60CDE78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341"/>
            <a:ext cx="10515600" cy="2926384"/>
          </a:xfrm>
        </p:spPr>
        <p:txBody>
          <a:bodyPr>
            <a:normAutofit/>
          </a:bodyPr>
          <a:lstStyle/>
          <a:p>
            <a:pPr algn="just"/>
            <a:r>
              <a:rPr lang="zh-CN" altLang="zh-CN" sz="20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系统目标</a:t>
            </a:r>
            <a:endParaRPr lang="en-US" altLang="zh-CN" sz="2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20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功能概述</a:t>
            </a:r>
          </a:p>
          <a:p>
            <a:pPr algn="just"/>
            <a:r>
              <a:rPr lang="zh-CN" altLang="en-US" sz="20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基础</a:t>
            </a:r>
            <a:r>
              <a:rPr lang="zh-CN" altLang="zh-CN" sz="20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模型结构</a:t>
            </a:r>
            <a:endParaRPr lang="en-US" altLang="zh-CN" sz="2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20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核心算法设计</a:t>
            </a:r>
            <a:endParaRPr lang="en-US" altLang="zh-CN" sz="2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20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基于基础模型已完成的实验 或 模型训练基础结果（验证集测试集的</a:t>
            </a:r>
            <a:r>
              <a:rPr lang="en-US" altLang="zh-CN" sz="20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LOSS</a:t>
            </a:r>
            <a:r>
              <a:rPr lang="zh-CN" altLang="en-US" sz="20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曲线，准确率曲线等）</a:t>
            </a:r>
            <a:endParaRPr lang="en-US" altLang="zh-CN" sz="20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20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准备做的</a:t>
            </a:r>
            <a:r>
              <a:rPr lang="zh-CN" altLang="en-US" sz="20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改进点</a:t>
            </a:r>
            <a:r>
              <a:rPr lang="en-US" altLang="zh-CN" sz="20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0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准备做什么实验（想法或计划，本阶段不要求已实现）</a:t>
            </a:r>
            <a:endParaRPr lang="zh-CN" altLang="zh-CN" sz="2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sz="32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CC275D-941C-F0C7-973D-2400EB60CE38}"/>
              </a:ext>
            </a:extLst>
          </p:cNvPr>
          <p:cNvSpPr txBox="1"/>
          <p:nvPr/>
        </p:nvSpPr>
        <p:spPr>
          <a:xfrm>
            <a:off x="1286189" y="1287611"/>
            <a:ext cx="91088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概要设计基本要求：完成搭建环境、跑通公开代码或基础模型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DC25E83-F865-946C-0546-D2E1F64FFDE4}"/>
              </a:ext>
            </a:extLst>
          </p:cNvPr>
          <p:cNvSpPr txBox="1"/>
          <p:nvPr/>
        </p:nvSpPr>
        <p:spPr>
          <a:xfrm>
            <a:off x="2672862" y="5496448"/>
            <a:ext cx="4325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分批次检查，先完成的下周检查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101</Words>
  <Application>Microsoft Office PowerPoint</Application>
  <PresentationFormat>宽屏</PresentationFormat>
  <Paragraphs>12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微软雅黑</vt:lpstr>
      <vt:lpstr>Arial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wmq</dc:creator>
  <cp:lastModifiedBy>manqing wang</cp:lastModifiedBy>
  <cp:revision>318</cp:revision>
  <dcterms:created xsi:type="dcterms:W3CDTF">2023-08-09T12:44:00Z</dcterms:created>
  <dcterms:modified xsi:type="dcterms:W3CDTF">2026-06-02T11:58:18Z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4B93102FDBFD47A09BEACE2AAEEEE0E8_13</vt:lpwstr>
  </property>
  <property fmtid="{D5CDD505-2E9C-101B-9397-08002B2CF9AE}" pid="3" name="KSOProductBuildVer">
    <vt:lpwstr>2052-12.1.0.20305</vt:lpwstr>
  </property>
</Properties>
</file>